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Click icon to add picture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Pages>0</Pages>
  <Words>1</Words>
  <Characters>0</Characters>
  <CharactersWithSpaces>0</CharactersWithSpaces>
  <Application>ONLYOFFICE/8.0.0.99</Application>
  <DocSecurity>0</DocSecurity>
  <PresentationFormat>Widescreen</PresentationFormat>
  <Lines>0</Lines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5</cp:revision>
  <cp:category/>
  <cp:contentStatus/>
  <cp:version/>
</cp:coreProperties>
</file>